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La araña anda en la rama.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The spider walks on the branch.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Beto besa a su bebé.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Beto kisses his baby.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Cuca come coco.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Cuca eats coconut.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Chucho toma leche.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Chucho drinks milk.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Dina da un dulce.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Dina gives a candy.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El elefante es enorme.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The elephant is enormous.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La foca Fifi usa una foto.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Fifi the seal uses a photo.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El gato Gabo guarda la goma.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Gabo the cat keeps the eraser.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Hilda come helado.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Hilda eats ice cream.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La iguana está en la isla.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The iguana is on the island.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La jirafa Jacinta salta.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Jacinta the giraffe jumps.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Karen hace karate.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Karen does karate.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El loro Lalo ve la luna.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Lalo the parrot sees the moon.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La lluvia llega a la calle.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The rain falls on the street.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El mono mira la mesa.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The monkey looks at the table.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El nene Nico ve una nube.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Nico the little boy sees a cloud.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La niña Toña ve una piñata.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The girl Toña sees a piñata.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Olga ve un oso.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Olga sees a bear.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Pepe pinta un pato.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Pepe paints a duck.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Quique quiere queso.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Quique wants cheese.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Rita ve una rana.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Rita sees a frog.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El perro corre al carro.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The dog runs to the car.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Sofía saca su silla al sol.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Sofía takes her chair out to the sun.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Teo tiene un taco.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Teo has a taco.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Úrsula come uvas.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Úrsula eats grapes.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Vera ve una vaca.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Vera sees a cow.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Wanda come un wafle.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Wanda eats a waffle.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El taxi lleva un xilófono.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The taxi carries a xylophone.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Yola usa un yoyo.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Yola uses a yo-yo.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ntence and translation"/>
          <p:cNvSpPr txBox="1"/>
          <p:nvPr/>
        </p:nvSpPr>
        <p:spPr>
          <a:xfrm>
            <a:off x="300000" y="6250000"/>
            <a:ext cx="11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lang="es-MX">
                <a:solidFill>
                  <a:srgbClr val="595959"/>
                </a:solidFill>
                <a:latin typeface="Verdana"/>
              </a:rPr>
              <a:t>El zorro usa un zapato.</a:t>
            </a:r>
          </a:p>
          <a:p>
            <a:r>
              <a:rPr sz="1100" lang="en-US">
                <a:solidFill>
                  <a:srgbClr val="595959"/>
                </a:solidFill>
                <a:latin typeface="Verdana"/>
              </a:rPr>
              <a:t>The fox uses a shoe.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Letra del día: sentence card backgrounds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